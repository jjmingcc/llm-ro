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21" autoAdjust="0"/>
    <p:restoredTop sz="94660"/>
  </p:normalViewPr>
  <p:slideViewPr>
    <p:cSldViewPr snapToGrid="0">
      <p:cViewPr varScale="1">
        <p:scale>
          <a:sx n="74" d="100"/>
          <a:sy n="74" d="100"/>
        </p:scale>
        <p:origin x="78" y="3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ming Cheng" userId="c6e70208-e133-4dd9-83b0-46aa7d47e4b0" providerId="ADAL" clId="{119D5E12-FEE0-4A6C-A224-AA75D7F8A76E}"/>
    <pc:docChg chg="custSel addSld modSld">
      <pc:chgData name="Jiaming Cheng" userId="c6e70208-e133-4dd9-83b0-46aa7d47e4b0" providerId="ADAL" clId="{119D5E12-FEE0-4A6C-A224-AA75D7F8A76E}" dt="2025-10-17T21:19:36.110" v="2" actId="478"/>
      <pc:docMkLst>
        <pc:docMk/>
      </pc:docMkLst>
      <pc:sldChg chg="delSp new mod">
        <pc:chgData name="Jiaming Cheng" userId="c6e70208-e133-4dd9-83b0-46aa7d47e4b0" providerId="ADAL" clId="{119D5E12-FEE0-4A6C-A224-AA75D7F8A76E}" dt="2025-10-17T21:19:36.110" v="2" actId="478"/>
        <pc:sldMkLst>
          <pc:docMk/>
          <pc:sldMk cId="59678771" sldId="256"/>
        </pc:sldMkLst>
        <pc:spChg chg="del">
          <ac:chgData name="Jiaming Cheng" userId="c6e70208-e133-4dd9-83b0-46aa7d47e4b0" providerId="ADAL" clId="{119D5E12-FEE0-4A6C-A224-AA75D7F8A76E}" dt="2025-10-17T21:19:35.197" v="1" actId="478"/>
          <ac:spMkLst>
            <pc:docMk/>
            <pc:sldMk cId="59678771" sldId="256"/>
            <ac:spMk id="2" creationId="{9A275AC8-44AF-7299-4B3B-AF065C708C13}"/>
          </ac:spMkLst>
        </pc:spChg>
        <pc:spChg chg="del">
          <ac:chgData name="Jiaming Cheng" userId="c6e70208-e133-4dd9-83b0-46aa7d47e4b0" providerId="ADAL" clId="{119D5E12-FEE0-4A6C-A224-AA75D7F8A76E}" dt="2025-10-17T21:19:36.110" v="2" actId="478"/>
          <ac:spMkLst>
            <pc:docMk/>
            <pc:sldMk cId="59678771" sldId="256"/>
            <ac:spMk id="3" creationId="{7A2E2E5D-15BA-9E8B-600F-45F3C893684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957CF-9758-1DE9-2601-1EC9DFA6F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DC0E7-4635-2E54-8E78-CE860930F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19868-3803-859F-A0AB-6114EAE30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58C2-D935-4790-B37F-E880AFBED0A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48B02-2435-A37B-297C-AEC8738E5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8C83D-1A25-F68D-FE73-84FBEE34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7FE-4704-4A85-BA89-4A2625C36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25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5D511-864B-A7E1-E923-280334F15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41E5A-EBCA-2A93-2C17-632E70F2D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1CF41-5E80-7226-A934-9D4D0808C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58C2-D935-4790-B37F-E880AFBED0A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83389-9CF4-859E-0817-22A5C9922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4C99D-EA0D-443C-2F79-D3C47B554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7FE-4704-4A85-BA89-4A2625C36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65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C4F2D-494D-FBFD-AE14-61EAC15B8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C4A70-2B35-4559-9EE7-66FD794A0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AA175-1A49-3F5B-5BA2-B2B3FD98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58C2-D935-4790-B37F-E880AFBED0A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4C6B8-ECD8-117A-E5D6-3E2C7EB99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2A11A-8A1F-B05B-5F5F-EB2BDAEA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7FE-4704-4A85-BA89-4A2625C36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1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CED6-FA87-7DD7-0718-12FC524D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AC67F-C9AF-E5C6-AB3D-5EC2CF5D6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6A905-1A40-6D36-F2DC-87393DD8B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DC673-2071-FFE7-6BF4-BD71B87B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58C2-D935-4790-B37F-E880AFBED0A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A3161-7CA3-7809-EA55-1E110E9AC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489AF-3313-1151-348A-236395044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7FE-4704-4A85-BA89-4A2625C36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75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06D3-AAC4-26BD-FA93-EDF7759A2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36195-ECFD-5438-4E18-93725CFF3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7CC73-D00A-B93B-9F54-52428312A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9DF09-DB5E-243D-17DC-CD4145966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329D55-DA3C-1116-AC23-FBFF0EC220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BBB96D-AA35-94E5-36F2-1F45B5A3C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58C2-D935-4790-B37F-E880AFBED0A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751C68-DBBD-0400-1293-A5FCDA516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41A756-82A0-34A9-ABEF-F8A4148B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7FE-4704-4A85-BA89-4A2625C36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77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E12E-60AC-16F9-9872-B5C5F9D5F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45F278-FD04-4E69-639F-A167F388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58C2-D935-4790-B37F-E880AFBED0A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5CB439-F0CD-1C8F-EFAE-396C1219A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DC73D0-34CD-993D-FC79-BA0967E81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7FE-4704-4A85-BA89-4A2625C36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65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334267-00B6-5549-4435-1DBB9802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58C2-D935-4790-B37F-E880AFBED0A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B128DB-7E81-F52B-85DC-C849A440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946EB-F6EB-610C-140F-D74C1449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7FE-4704-4A85-BA89-4A2625C36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159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9B10A-F74A-6AFE-8BB5-E5F16AF3E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09BD6-ADC7-917C-32C6-DEF36E3AD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5D121-70CE-E106-64E9-217E034C6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941A0-1E3C-F1E1-B9DE-0FF6CB9D7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58C2-D935-4790-B37F-E880AFBED0A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C6A44-CC23-F1B0-3248-98EF60022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B820F-4ACA-E843-5953-BFBE87FD5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7FE-4704-4A85-BA89-4A2625C36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49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5892C-DF65-0EDB-B74A-AC0F5DF35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60D311-5E30-DD76-846D-D7504B9BC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91BE6-A26A-3085-8368-3270CAAC6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D13D5-0A67-1CA9-AED8-AA07362A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58C2-D935-4790-B37F-E880AFBED0A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455F5-FCB3-54DE-7728-AB985A06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27090-05A8-171D-B6BF-A8BC0082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7FE-4704-4A85-BA89-4A2625C36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4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861D1-2CD4-E4A7-4627-8D078A57E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5B929-1D28-0C9E-0396-88BB453C5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FA18F-9C80-81B9-F4EC-CF609482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58C2-D935-4790-B37F-E880AFBED0A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8D00B-7D42-5371-5BAB-74E2EF0AA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B8B95-4CED-6FD5-6553-02A1731F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7FE-4704-4A85-BA89-4A2625C36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2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6C20A4-8E22-4087-EFBA-8AC1E5FEF8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A53D1-0BD8-E984-3165-1083D27C9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B17DF-3EA7-9DED-58E1-2978B81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58C2-D935-4790-B37F-E880AFBED0A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7AB63-CF10-0E91-C984-91601C65F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FF81A-598E-08F9-7B18-76ECB0570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87FE-4704-4A85-BA89-4A2625C36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3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B6969-B1E7-4717-A03C-01A8FBC74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EC7A8-D339-200F-AB55-02E4C7527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54FE6-45A1-70A6-4A10-D7160F273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0A58C2-D935-4790-B37F-E880AFBED0A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E0EE0-E983-ADB5-C32C-F9FD97E80E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DA1C9-4895-87AE-A29C-77285CA31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F87FE-4704-4A85-BA89-4A2625C36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21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978C55DD-0394-E7FF-5009-2782D6142E1E}"/>
              </a:ext>
            </a:extLst>
          </p:cNvPr>
          <p:cNvGrpSpPr/>
          <p:nvPr/>
        </p:nvGrpSpPr>
        <p:grpSpPr>
          <a:xfrm>
            <a:off x="303547" y="389444"/>
            <a:ext cx="11584905" cy="6079112"/>
            <a:chOff x="222257" y="461606"/>
            <a:chExt cx="11584905" cy="6079112"/>
          </a:xfrm>
        </p:grpSpPr>
        <p:grpSp>
          <p:nvGrpSpPr>
            <p:cNvPr id="1089" name="Group 1088">
              <a:extLst>
                <a:ext uri="{FF2B5EF4-FFF2-40B4-BE49-F238E27FC236}">
                  <a16:creationId xmlns:a16="http://schemas.microsoft.com/office/drawing/2014/main" id="{A49CCD8D-AFDA-799E-3C95-C0455803CDC5}"/>
                </a:ext>
              </a:extLst>
            </p:cNvPr>
            <p:cNvGrpSpPr/>
            <p:nvPr/>
          </p:nvGrpSpPr>
          <p:grpSpPr>
            <a:xfrm>
              <a:off x="5609718" y="461606"/>
              <a:ext cx="1349219" cy="1350097"/>
              <a:chOff x="4544171" y="688279"/>
              <a:chExt cx="1349219" cy="1350097"/>
            </a:xfrm>
          </p:grpSpPr>
          <p:pic>
            <p:nvPicPr>
              <p:cNvPr id="1030" name="Picture 6">
                <a:extLst>
                  <a:ext uri="{FF2B5EF4-FFF2-40B4-BE49-F238E27FC236}">
                    <a16:creationId xmlns:a16="http://schemas.microsoft.com/office/drawing/2014/main" id="{41771DE9-E07E-6A4A-CE8A-C9439773A7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2" t="5748" r="1078" b="15027"/>
              <a:stretch>
                <a:fillRect/>
              </a:stretch>
            </p:blipFill>
            <p:spPr bwMode="auto">
              <a:xfrm>
                <a:off x="4551975" y="688279"/>
                <a:ext cx="1341415" cy="1033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8A5D05B2-19D9-0A96-E971-53CD7829BA26}"/>
                  </a:ext>
                </a:extLst>
              </p:cNvPr>
              <p:cNvSpPr/>
              <p:nvPr/>
            </p:nvSpPr>
            <p:spPr>
              <a:xfrm>
                <a:off x="4544171" y="729569"/>
                <a:ext cx="1216343" cy="130880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7AEA59-8F66-B788-96AB-F7D64B87FB46}"/>
                  </a:ext>
                </a:extLst>
              </p:cNvPr>
              <p:cNvSpPr txBox="1"/>
              <p:nvPr/>
            </p:nvSpPr>
            <p:spPr>
              <a:xfrm>
                <a:off x="4608245" y="1655235"/>
                <a:ext cx="12163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Summary</a:t>
                </a:r>
              </a:p>
            </p:txBody>
          </p:sp>
        </p:grpSp>
        <p:grpSp>
          <p:nvGrpSpPr>
            <p:cNvPr id="1087" name="Group 1086">
              <a:extLst>
                <a:ext uri="{FF2B5EF4-FFF2-40B4-BE49-F238E27FC236}">
                  <a16:creationId xmlns:a16="http://schemas.microsoft.com/office/drawing/2014/main" id="{B5A55C76-2D9F-3784-143B-75AC8978C4DE}"/>
                </a:ext>
              </a:extLst>
            </p:cNvPr>
            <p:cNvGrpSpPr/>
            <p:nvPr/>
          </p:nvGrpSpPr>
          <p:grpSpPr>
            <a:xfrm>
              <a:off x="7352440" y="502896"/>
              <a:ext cx="1262064" cy="1321007"/>
              <a:chOff x="6186604" y="770434"/>
              <a:chExt cx="1262064" cy="1321007"/>
            </a:xfrm>
          </p:grpSpPr>
          <p:pic>
            <p:nvPicPr>
              <p:cNvPr id="1032" name="Picture 8">
                <a:extLst>
                  <a:ext uri="{FF2B5EF4-FFF2-40B4-BE49-F238E27FC236}">
                    <a16:creationId xmlns:a16="http://schemas.microsoft.com/office/drawing/2014/main" id="{3F5458BD-1379-E63B-874A-D9000106AF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78044" y="770434"/>
                <a:ext cx="1033462" cy="10334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A9854E9C-47EB-0E90-AF18-8176A2F31108}"/>
                  </a:ext>
                </a:extLst>
              </p:cNvPr>
              <p:cNvSpPr/>
              <p:nvPr/>
            </p:nvSpPr>
            <p:spPr>
              <a:xfrm>
                <a:off x="6186604" y="770434"/>
                <a:ext cx="1216343" cy="130880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A4A517-A564-12BB-E3FB-D0B523FE81FA}"/>
                  </a:ext>
                </a:extLst>
              </p:cNvPr>
              <p:cNvSpPr txBox="1"/>
              <p:nvPr/>
            </p:nvSpPr>
            <p:spPr>
              <a:xfrm>
                <a:off x="6415206" y="1722109"/>
                <a:ext cx="10334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Image</a:t>
                </a:r>
              </a:p>
            </p:txBody>
          </p:sp>
        </p:grpSp>
        <p:grpSp>
          <p:nvGrpSpPr>
            <p:cNvPr id="1088" name="Group 1087">
              <a:extLst>
                <a:ext uri="{FF2B5EF4-FFF2-40B4-BE49-F238E27FC236}">
                  <a16:creationId xmlns:a16="http://schemas.microsoft.com/office/drawing/2014/main" id="{F21BDBE2-13F2-215A-1B6E-AD35BB564737}"/>
                </a:ext>
              </a:extLst>
            </p:cNvPr>
            <p:cNvGrpSpPr/>
            <p:nvPr/>
          </p:nvGrpSpPr>
          <p:grpSpPr>
            <a:xfrm>
              <a:off x="2180659" y="506409"/>
              <a:ext cx="1216343" cy="1311159"/>
              <a:chOff x="2968590" y="713408"/>
              <a:chExt cx="1216343" cy="1311159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DF139B7A-71D5-C790-D289-A8B450C2DFD9}"/>
                  </a:ext>
                </a:extLst>
              </p:cNvPr>
              <p:cNvSpPr/>
              <p:nvPr/>
            </p:nvSpPr>
            <p:spPr>
              <a:xfrm>
                <a:off x="2968590" y="715760"/>
                <a:ext cx="1216343" cy="130880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A17FC4-9567-6900-EB02-6DE049AA85CD}"/>
                  </a:ext>
                </a:extLst>
              </p:cNvPr>
              <p:cNvSpPr txBox="1"/>
              <p:nvPr/>
            </p:nvSpPr>
            <p:spPr>
              <a:xfrm>
                <a:off x="3060030" y="1655235"/>
                <a:ext cx="10334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Math</a:t>
                </a:r>
              </a:p>
            </p:txBody>
          </p:sp>
          <p:pic>
            <p:nvPicPr>
              <p:cNvPr id="19" name="Picture 12">
                <a:extLst>
                  <a:ext uri="{FF2B5EF4-FFF2-40B4-BE49-F238E27FC236}">
                    <a16:creationId xmlns:a16="http://schemas.microsoft.com/office/drawing/2014/main" id="{1E3C7A40-A162-E74C-4B09-3CA9428633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24104" y="713408"/>
                <a:ext cx="1033462" cy="10334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94" name="Group 1093">
              <a:extLst>
                <a:ext uri="{FF2B5EF4-FFF2-40B4-BE49-F238E27FC236}">
                  <a16:creationId xmlns:a16="http://schemas.microsoft.com/office/drawing/2014/main" id="{88321FEF-43F9-304E-1D6F-0F1A64B5089E}"/>
                </a:ext>
              </a:extLst>
            </p:cNvPr>
            <p:cNvGrpSpPr/>
            <p:nvPr/>
          </p:nvGrpSpPr>
          <p:grpSpPr>
            <a:xfrm>
              <a:off x="3846894" y="497748"/>
              <a:ext cx="1341414" cy="1308807"/>
              <a:chOff x="-472613" y="663997"/>
              <a:chExt cx="1341414" cy="1308807"/>
            </a:xfrm>
          </p:grpSpPr>
          <p:grpSp>
            <p:nvGrpSpPr>
              <p:cNvPr id="1090" name="Group 1089">
                <a:extLst>
                  <a:ext uri="{FF2B5EF4-FFF2-40B4-BE49-F238E27FC236}">
                    <a16:creationId xmlns:a16="http://schemas.microsoft.com/office/drawing/2014/main" id="{738C9139-10AB-F98B-A9F0-ECAE46AD9C71}"/>
                  </a:ext>
                </a:extLst>
              </p:cNvPr>
              <p:cNvGrpSpPr/>
              <p:nvPr/>
            </p:nvGrpSpPr>
            <p:grpSpPr>
              <a:xfrm>
                <a:off x="-396126" y="663997"/>
                <a:ext cx="1216343" cy="1308807"/>
                <a:chOff x="1386743" y="657635"/>
                <a:chExt cx="1216343" cy="1308807"/>
              </a:xfrm>
            </p:grpSpPr>
            <p:pic>
              <p:nvPicPr>
                <p:cNvPr id="1038" name="Picture 14">
                  <a:extLst>
                    <a:ext uri="{FF2B5EF4-FFF2-40B4-BE49-F238E27FC236}">
                      <a16:creationId xmlns:a16="http://schemas.microsoft.com/office/drawing/2014/main" id="{335E9F74-B9B3-1BDD-FCC7-3F5B2D435B3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478183" y="679792"/>
                  <a:ext cx="1033462" cy="103346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FED5C6B1-6D7B-FCD9-A83C-EFB37C2E11E8}"/>
                    </a:ext>
                  </a:extLst>
                </p:cNvPr>
                <p:cNvSpPr/>
                <p:nvPr/>
              </p:nvSpPr>
              <p:spPr>
                <a:xfrm>
                  <a:off x="1386743" y="657635"/>
                  <a:ext cx="1216343" cy="1308807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F710E54-7309-339D-1C94-6A15DEE3B104}"/>
                  </a:ext>
                </a:extLst>
              </p:cNvPr>
              <p:cNvSpPr txBox="1"/>
              <p:nvPr/>
            </p:nvSpPr>
            <p:spPr>
              <a:xfrm>
                <a:off x="-472613" y="1531539"/>
                <a:ext cx="13414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Translation</a:t>
                </a:r>
              </a:p>
            </p:txBody>
          </p:sp>
        </p:grpSp>
        <p:grpSp>
          <p:nvGrpSpPr>
            <p:cNvPr id="1091" name="Group 1090">
              <a:extLst>
                <a:ext uri="{FF2B5EF4-FFF2-40B4-BE49-F238E27FC236}">
                  <a16:creationId xmlns:a16="http://schemas.microsoft.com/office/drawing/2014/main" id="{7138CF53-9112-5E76-7F53-071C921C64EA}"/>
                </a:ext>
              </a:extLst>
            </p:cNvPr>
            <p:cNvGrpSpPr/>
            <p:nvPr/>
          </p:nvGrpSpPr>
          <p:grpSpPr>
            <a:xfrm>
              <a:off x="5704066" y="3584414"/>
              <a:ext cx="5221593" cy="2923498"/>
              <a:chOff x="6096000" y="2744938"/>
              <a:chExt cx="5221593" cy="2923498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4508B508-077D-3150-3672-63F280D8DE1D}"/>
                  </a:ext>
                </a:extLst>
              </p:cNvPr>
              <p:cNvSpPr/>
              <p:nvPr/>
            </p:nvSpPr>
            <p:spPr>
              <a:xfrm>
                <a:off x="6096000" y="2803297"/>
                <a:ext cx="5221593" cy="2865139"/>
              </a:xfrm>
              <a:prstGeom prst="round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44" name="Picture 20">
                <a:extLst>
                  <a:ext uri="{FF2B5EF4-FFF2-40B4-BE49-F238E27FC236}">
                    <a16:creationId xmlns:a16="http://schemas.microsoft.com/office/drawing/2014/main" id="{332758A7-5AAE-C1CA-6ECE-E60BAAAF44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35939" y="2744938"/>
                <a:ext cx="1024912" cy="10249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B05B7475-3A8B-CAEE-5DAF-D5931E076505}"/>
                  </a:ext>
                </a:extLst>
              </p:cNvPr>
              <p:cNvGrpSpPr/>
              <p:nvPr/>
            </p:nvGrpSpPr>
            <p:grpSpPr>
              <a:xfrm>
                <a:off x="6321401" y="3726233"/>
                <a:ext cx="4706437" cy="464240"/>
                <a:chOff x="6117481" y="2070990"/>
                <a:chExt cx="4706437" cy="390819"/>
              </a:xfrm>
            </p:grpSpPr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41D5E246-109E-B66F-5B86-483051D6A04F}"/>
                    </a:ext>
                  </a:extLst>
                </p:cNvPr>
                <p:cNvSpPr/>
                <p:nvPr/>
              </p:nvSpPr>
              <p:spPr>
                <a:xfrm>
                  <a:off x="6117481" y="2070990"/>
                  <a:ext cx="1294228" cy="390819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 dirty="0">
                      <a:solidFill>
                        <a:schemeClr val="tx1"/>
                      </a:solidFill>
                    </a:rPr>
                    <a:t>A100</a:t>
                  </a:r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DD6D65EA-60BC-48DE-9763-74B88758B0EC}"/>
                    </a:ext>
                  </a:extLst>
                </p:cNvPr>
                <p:cNvSpPr/>
                <p:nvPr/>
              </p:nvSpPr>
              <p:spPr>
                <a:xfrm>
                  <a:off x="7823585" y="2070990"/>
                  <a:ext cx="1294228" cy="390819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 dirty="0">
                      <a:solidFill>
                        <a:schemeClr val="tx1"/>
                      </a:solidFill>
                    </a:rPr>
                    <a:t>BF16</a:t>
                  </a:r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BAC78BD9-65A6-E5C0-CB6D-4DA0A5029A6C}"/>
                    </a:ext>
                  </a:extLst>
                </p:cNvPr>
                <p:cNvSpPr/>
                <p:nvPr/>
              </p:nvSpPr>
              <p:spPr>
                <a:xfrm>
                  <a:off x="9529690" y="2070990"/>
                  <a:ext cx="1294228" cy="390819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 dirty="0">
                      <a:solidFill>
                        <a:schemeClr val="tx1"/>
                      </a:solidFill>
                    </a:rPr>
                    <a:t>TP=4</a:t>
                  </a: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0B3A2EE9-F5D6-F889-C76E-D4821218BD89}"/>
                    </a:ext>
                  </a:extLst>
                </p:cNvPr>
                <p:cNvCxnSpPr>
                  <a:cxnSpLocks/>
                  <a:stCxn id="34" idx="3"/>
                  <a:endCxn id="36" idx="1"/>
                </p:cNvCxnSpPr>
                <p:nvPr/>
              </p:nvCxnSpPr>
              <p:spPr>
                <a:xfrm>
                  <a:off x="7411707" y="2266400"/>
                  <a:ext cx="4118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77" name="Group 1076">
                <a:extLst>
                  <a:ext uri="{FF2B5EF4-FFF2-40B4-BE49-F238E27FC236}">
                    <a16:creationId xmlns:a16="http://schemas.microsoft.com/office/drawing/2014/main" id="{9087ABA1-A4FD-BABF-135D-FE896B1D85B5}"/>
                  </a:ext>
                </a:extLst>
              </p:cNvPr>
              <p:cNvGrpSpPr/>
              <p:nvPr/>
            </p:nvGrpSpPr>
            <p:grpSpPr>
              <a:xfrm>
                <a:off x="6309842" y="4314065"/>
                <a:ext cx="4706275" cy="526632"/>
                <a:chOff x="7071956" y="5551521"/>
                <a:chExt cx="4706275" cy="526632"/>
              </a:xfrm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2C4BEFED-C6B8-F5A1-02AF-694966D604B9}"/>
                    </a:ext>
                  </a:extLst>
                </p:cNvPr>
                <p:cNvSpPr/>
                <p:nvPr/>
              </p:nvSpPr>
              <p:spPr>
                <a:xfrm>
                  <a:off x="7071956" y="5590544"/>
                  <a:ext cx="1294228" cy="487609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A6000</a:t>
                  </a:r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8243E6D2-FA09-A94E-A79B-FAEEBDB4F418}"/>
                    </a:ext>
                  </a:extLst>
                </p:cNvPr>
                <p:cNvSpPr/>
                <p:nvPr/>
              </p:nvSpPr>
              <p:spPr>
                <a:xfrm>
                  <a:off x="8777897" y="5551521"/>
                  <a:ext cx="1294228" cy="513855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 dirty="0">
                      <a:solidFill>
                        <a:schemeClr val="tx1"/>
                      </a:solidFill>
                    </a:rPr>
                    <a:t>INT8</a:t>
                  </a:r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A2110FA6-6CD1-084E-BC34-6EA3D3860840}"/>
                    </a:ext>
                  </a:extLst>
                </p:cNvPr>
                <p:cNvSpPr/>
                <p:nvPr/>
              </p:nvSpPr>
              <p:spPr>
                <a:xfrm>
                  <a:off x="10484003" y="5590544"/>
                  <a:ext cx="1294228" cy="487609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 dirty="0">
                      <a:solidFill>
                        <a:schemeClr val="tx1"/>
                      </a:solidFill>
                    </a:rPr>
                    <a:t>TP=2</a:t>
                  </a:r>
                </a:p>
              </p:txBody>
            </p: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5BCA0AA2-A777-6DB0-8F92-9226DDED20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66020" y="5839139"/>
                  <a:ext cx="4118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05F16DAB-6977-E0B6-3909-A9B96FAC3E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0011" y="4680945"/>
                <a:ext cx="4118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A7E7EA2-EB5C-92EB-A06E-E9808B8AC791}"/>
                  </a:ext>
                </a:extLst>
              </p:cNvPr>
              <p:cNvSpPr txBox="1"/>
              <p:nvPr/>
            </p:nvSpPr>
            <p:spPr>
              <a:xfrm>
                <a:off x="7111789" y="3008865"/>
                <a:ext cx="401711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/>
                  <a:t>GPU configurations</a:t>
                </a:r>
              </a:p>
            </p:txBody>
          </p:sp>
          <p:cxnSp>
            <p:nvCxnSpPr>
              <p:cNvPr id="1072" name="Straight Connector 1071">
                <a:extLst>
                  <a:ext uri="{FF2B5EF4-FFF2-40B4-BE49-F238E27FC236}">
                    <a16:creationId xmlns:a16="http://schemas.microsoft.com/office/drawing/2014/main" id="{C2FFFAAE-3B27-8049-730C-5CD5360DAD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0011" y="3987401"/>
                <a:ext cx="41187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4" name="Rectangle: Rounded Corners 1073">
                <a:extLst>
                  <a:ext uri="{FF2B5EF4-FFF2-40B4-BE49-F238E27FC236}">
                    <a16:creationId xmlns:a16="http://schemas.microsoft.com/office/drawing/2014/main" id="{B09DAB0E-C4A4-600A-5D77-DD5BF2C1F986}"/>
                  </a:ext>
                </a:extLst>
              </p:cNvPr>
              <p:cNvSpPr/>
              <p:nvPr/>
            </p:nvSpPr>
            <p:spPr>
              <a:xfrm>
                <a:off x="6321401" y="4997163"/>
                <a:ext cx="1294228" cy="487609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H100</a:t>
                </a:r>
              </a:p>
            </p:txBody>
          </p:sp>
          <p:sp>
            <p:nvSpPr>
              <p:cNvPr id="1075" name="Rectangle: Rounded Corners 1074">
                <a:extLst>
                  <a:ext uri="{FF2B5EF4-FFF2-40B4-BE49-F238E27FC236}">
                    <a16:creationId xmlns:a16="http://schemas.microsoft.com/office/drawing/2014/main" id="{0E8F428E-BF04-9E42-8CB5-0CC1376AA2DE}"/>
                  </a:ext>
                </a:extLst>
              </p:cNvPr>
              <p:cNvSpPr/>
              <p:nvPr/>
            </p:nvSpPr>
            <p:spPr>
              <a:xfrm>
                <a:off x="8027342" y="4958140"/>
                <a:ext cx="1294228" cy="513855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FP16</a:t>
                </a:r>
              </a:p>
            </p:txBody>
          </p:sp>
          <p:sp>
            <p:nvSpPr>
              <p:cNvPr id="1076" name="Rectangle: Rounded Corners 1075">
                <a:extLst>
                  <a:ext uri="{FF2B5EF4-FFF2-40B4-BE49-F238E27FC236}">
                    <a16:creationId xmlns:a16="http://schemas.microsoft.com/office/drawing/2014/main" id="{73DF1B81-F2AF-5F68-927D-F6FDBE11EEE5}"/>
                  </a:ext>
                </a:extLst>
              </p:cNvPr>
              <p:cNvSpPr/>
              <p:nvPr/>
            </p:nvSpPr>
            <p:spPr>
              <a:xfrm>
                <a:off x="9733448" y="4997163"/>
                <a:ext cx="1294228" cy="487609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chemeClr val="tx1"/>
                    </a:solidFill>
                  </a:rPr>
                  <a:t>TP=1</a:t>
                </a:r>
              </a:p>
            </p:txBody>
          </p:sp>
        </p:grpSp>
        <p:grpSp>
          <p:nvGrpSpPr>
            <p:cNvPr id="1093" name="Group 1092">
              <a:extLst>
                <a:ext uri="{FF2B5EF4-FFF2-40B4-BE49-F238E27FC236}">
                  <a16:creationId xmlns:a16="http://schemas.microsoft.com/office/drawing/2014/main" id="{B059D869-C251-5E03-7C64-345AF29A801C}"/>
                </a:ext>
              </a:extLst>
            </p:cNvPr>
            <p:cNvGrpSpPr/>
            <p:nvPr/>
          </p:nvGrpSpPr>
          <p:grpSpPr>
            <a:xfrm>
              <a:off x="222257" y="3642774"/>
              <a:ext cx="5221593" cy="2897944"/>
              <a:chOff x="381851" y="2770493"/>
              <a:chExt cx="5221593" cy="2897944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6F3FDE31-3B9C-C9B9-79B1-F8ACC39457B5}"/>
                  </a:ext>
                </a:extLst>
              </p:cNvPr>
              <p:cNvSpPr/>
              <p:nvPr/>
            </p:nvSpPr>
            <p:spPr>
              <a:xfrm>
                <a:off x="381851" y="2770493"/>
                <a:ext cx="5221593" cy="2897944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2DC5EC39-7374-C745-05E5-40DFC166357B}"/>
                  </a:ext>
                </a:extLst>
              </p:cNvPr>
              <p:cNvSpPr txBox="1"/>
              <p:nvPr/>
            </p:nvSpPr>
            <p:spPr>
              <a:xfrm>
                <a:off x="1274763" y="2898480"/>
                <a:ext cx="40284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/>
                  <a:t>LLM model selection</a:t>
                </a:r>
              </a:p>
            </p:txBody>
          </p:sp>
          <p:grpSp>
            <p:nvGrpSpPr>
              <p:cNvPr id="1052" name="Group 1051">
                <a:extLst>
                  <a:ext uri="{FF2B5EF4-FFF2-40B4-BE49-F238E27FC236}">
                    <a16:creationId xmlns:a16="http://schemas.microsoft.com/office/drawing/2014/main" id="{99A6737E-B395-EF7D-FD52-A961C9038119}"/>
                  </a:ext>
                </a:extLst>
              </p:cNvPr>
              <p:cNvGrpSpPr/>
              <p:nvPr/>
            </p:nvGrpSpPr>
            <p:grpSpPr>
              <a:xfrm>
                <a:off x="775224" y="3550852"/>
                <a:ext cx="4434846" cy="712418"/>
                <a:chOff x="1038462" y="4711184"/>
                <a:chExt cx="4434846" cy="712418"/>
              </a:xfrm>
            </p:grpSpPr>
            <p:pic>
              <p:nvPicPr>
                <p:cNvPr id="1046" name="Picture 22">
                  <a:extLst>
                    <a:ext uri="{FF2B5EF4-FFF2-40B4-BE49-F238E27FC236}">
                      <a16:creationId xmlns:a16="http://schemas.microsoft.com/office/drawing/2014/main" id="{7BB7252B-E6C4-1261-57CF-FF6697FCD15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38462" y="4711184"/>
                  <a:ext cx="712418" cy="71241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37" name="Rectangle: Rounded Corners 1036">
                  <a:extLst>
                    <a:ext uri="{FF2B5EF4-FFF2-40B4-BE49-F238E27FC236}">
                      <a16:creationId xmlns:a16="http://schemas.microsoft.com/office/drawing/2014/main" id="{6AC23064-46EE-7408-B8CE-84D45BB797BB}"/>
                    </a:ext>
                  </a:extLst>
                </p:cNvPr>
                <p:cNvSpPr/>
                <p:nvPr/>
              </p:nvSpPr>
              <p:spPr>
                <a:xfrm>
                  <a:off x="1839391" y="4802902"/>
                  <a:ext cx="1435152" cy="466164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200" dirty="0" err="1">
                      <a:solidFill>
                        <a:schemeClr val="tx1"/>
                      </a:solidFill>
                    </a:rPr>
                    <a:t>LlAMA</a:t>
                  </a:r>
                  <a:r>
                    <a:rPr lang="en-US" sz="2200" dirty="0">
                      <a:solidFill>
                        <a:schemeClr val="tx1"/>
                      </a:solidFill>
                    </a:rPr>
                    <a:t> 3.1</a:t>
                  </a:r>
                </a:p>
              </p:txBody>
            </p:sp>
            <p:cxnSp>
              <p:nvCxnSpPr>
                <p:cNvPr id="1045" name="Straight Connector 1044">
                  <a:extLst>
                    <a:ext uri="{FF2B5EF4-FFF2-40B4-BE49-F238E27FC236}">
                      <a16:creationId xmlns:a16="http://schemas.microsoft.com/office/drawing/2014/main" id="{CAE67C6B-5D38-111D-7F7F-09CBE05DD7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61908" y="5010612"/>
                  <a:ext cx="27703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9" name="Rectangle: Rounded Corners 1048">
                  <a:extLst>
                    <a:ext uri="{FF2B5EF4-FFF2-40B4-BE49-F238E27FC236}">
                      <a16:creationId xmlns:a16="http://schemas.microsoft.com/office/drawing/2014/main" id="{DA3100AD-8971-909D-9DFF-F0073BAF2040}"/>
                    </a:ext>
                  </a:extLst>
                </p:cNvPr>
                <p:cNvSpPr/>
                <p:nvPr/>
              </p:nvSpPr>
              <p:spPr>
                <a:xfrm>
                  <a:off x="3466662" y="4794070"/>
                  <a:ext cx="712418" cy="466164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200" dirty="0">
                      <a:solidFill>
                        <a:schemeClr val="tx1"/>
                      </a:solidFill>
                    </a:rPr>
                    <a:t>14B</a:t>
                  </a:r>
                </a:p>
              </p:txBody>
            </p:sp>
            <p:sp>
              <p:nvSpPr>
                <p:cNvPr id="1050" name="Rectangle: Rounded Corners 1049">
                  <a:extLst>
                    <a:ext uri="{FF2B5EF4-FFF2-40B4-BE49-F238E27FC236}">
                      <a16:creationId xmlns:a16="http://schemas.microsoft.com/office/drawing/2014/main" id="{DB578B48-50DA-79E4-B46D-CCCCD076AA17}"/>
                    </a:ext>
                  </a:extLst>
                </p:cNvPr>
                <p:cNvSpPr/>
                <p:nvPr/>
              </p:nvSpPr>
              <p:spPr>
                <a:xfrm>
                  <a:off x="4460608" y="4781524"/>
                  <a:ext cx="1012700" cy="466164"/>
                </a:xfrm>
                <a:prstGeom prst="roundRect">
                  <a:avLst/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200" dirty="0">
                      <a:solidFill>
                        <a:schemeClr val="tx1"/>
                      </a:solidFill>
                    </a:rPr>
                    <a:t>Vision</a:t>
                  </a:r>
                </a:p>
              </p:txBody>
            </p:sp>
            <p:cxnSp>
              <p:nvCxnSpPr>
                <p:cNvPr id="1051" name="Straight Connector 1050">
                  <a:extLst>
                    <a:ext uri="{FF2B5EF4-FFF2-40B4-BE49-F238E27FC236}">
                      <a16:creationId xmlns:a16="http://schemas.microsoft.com/office/drawing/2014/main" id="{9540DFC3-6148-583D-18BC-1BD98BD7EB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75247" y="5024849"/>
                  <a:ext cx="27703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054" name="Picture 22">
                <a:extLst>
                  <a:ext uri="{FF2B5EF4-FFF2-40B4-BE49-F238E27FC236}">
                    <a16:creationId xmlns:a16="http://schemas.microsoft.com/office/drawing/2014/main" id="{96ECDD29-EEC4-865E-A77C-8DA30BAF3D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5224" y="4177976"/>
                <a:ext cx="712418" cy="712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55" name="Rectangle: Rounded Corners 1054">
                <a:extLst>
                  <a:ext uri="{FF2B5EF4-FFF2-40B4-BE49-F238E27FC236}">
                    <a16:creationId xmlns:a16="http://schemas.microsoft.com/office/drawing/2014/main" id="{FA0D5B50-EA91-4B61-A361-A3C34A3C3114}"/>
                  </a:ext>
                </a:extLst>
              </p:cNvPr>
              <p:cNvSpPr/>
              <p:nvPr/>
            </p:nvSpPr>
            <p:spPr>
              <a:xfrm>
                <a:off x="1576153" y="4269694"/>
                <a:ext cx="1435152" cy="466164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 err="1">
                    <a:solidFill>
                      <a:schemeClr val="tx1"/>
                    </a:solidFill>
                  </a:rPr>
                  <a:t>LlAMA</a:t>
                </a:r>
                <a:r>
                  <a:rPr lang="en-US" sz="2200" dirty="0">
                    <a:solidFill>
                      <a:schemeClr val="tx1"/>
                    </a:solidFill>
                  </a:rPr>
                  <a:t> 3.2</a:t>
                </a:r>
              </a:p>
            </p:txBody>
          </p:sp>
          <p:cxnSp>
            <p:nvCxnSpPr>
              <p:cNvPr id="1056" name="Straight Connector 1055">
                <a:extLst>
                  <a:ext uri="{FF2B5EF4-FFF2-40B4-BE49-F238E27FC236}">
                    <a16:creationId xmlns:a16="http://schemas.microsoft.com/office/drawing/2014/main" id="{304DD7F5-5028-6DFE-C67E-73867CD086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98670" y="4477404"/>
                <a:ext cx="27703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7" name="Rectangle: Rounded Corners 1056">
                <a:extLst>
                  <a:ext uri="{FF2B5EF4-FFF2-40B4-BE49-F238E27FC236}">
                    <a16:creationId xmlns:a16="http://schemas.microsoft.com/office/drawing/2014/main" id="{D10FF009-18AB-99B3-A154-DF8671DAEB3A}"/>
                  </a:ext>
                </a:extLst>
              </p:cNvPr>
              <p:cNvSpPr/>
              <p:nvPr/>
            </p:nvSpPr>
            <p:spPr>
              <a:xfrm>
                <a:off x="3257624" y="4260862"/>
                <a:ext cx="656771" cy="466164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31B</a:t>
                </a:r>
              </a:p>
            </p:txBody>
          </p:sp>
          <p:sp>
            <p:nvSpPr>
              <p:cNvPr id="1058" name="Rectangle: Rounded Corners 1057">
                <a:extLst>
                  <a:ext uri="{FF2B5EF4-FFF2-40B4-BE49-F238E27FC236}">
                    <a16:creationId xmlns:a16="http://schemas.microsoft.com/office/drawing/2014/main" id="{307F2323-2E18-C14B-3943-C1E2770458B9}"/>
                  </a:ext>
                </a:extLst>
              </p:cNvPr>
              <p:cNvSpPr/>
              <p:nvPr/>
            </p:nvSpPr>
            <p:spPr>
              <a:xfrm>
                <a:off x="4159599" y="4260862"/>
                <a:ext cx="1156447" cy="466164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>
                    <a:solidFill>
                      <a:schemeClr val="tx1"/>
                    </a:solidFill>
                  </a:rPr>
                  <a:t>Reason</a:t>
                </a:r>
              </a:p>
            </p:txBody>
          </p:sp>
          <p:cxnSp>
            <p:nvCxnSpPr>
              <p:cNvPr id="1059" name="Straight Connector 1058">
                <a:extLst>
                  <a:ext uri="{FF2B5EF4-FFF2-40B4-BE49-F238E27FC236}">
                    <a16:creationId xmlns:a16="http://schemas.microsoft.com/office/drawing/2014/main" id="{87320C8A-D45E-E304-FD88-BEC783F23F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3280" y="4493944"/>
                <a:ext cx="22090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5" name="Rectangle: Rounded Corners 1064">
                <a:extLst>
                  <a:ext uri="{FF2B5EF4-FFF2-40B4-BE49-F238E27FC236}">
                    <a16:creationId xmlns:a16="http://schemas.microsoft.com/office/drawing/2014/main" id="{B15E6B83-FF23-30B8-6FCC-F4E677FF4485}"/>
                  </a:ext>
                </a:extLst>
              </p:cNvPr>
              <p:cNvSpPr/>
              <p:nvPr/>
            </p:nvSpPr>
            <p:spPr>
              <a:xfrm>
                <a:off x="1725653" y="4920540"/>
                <a:ext cx="1093124" cy="466164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>
                    <a:solidFill>
                      <a:schemeClr val="tx1"/>
                    </a:solidFill>
                  </a:rPr>
                  <a:t>Mistral</a:t>
                </a:r>
              </a:p>
            </p:txBody>
          </p:sp>
          <p:sp>
            <p:nvSpPr>
              <p:cNvPr id="1066" name="Rectangle: Rounded Corners 1065">
                <a:extLst>
                  <a:ext uri="{FF2B5EF4-FFF2-40B4-BE49-F238E27FC236}">
                    <a16:creationId xmlns:a16="http://schemas.microsoft.com/office/drawing/2014/main" id="{9C535159-F2DB-55FD-AA64-BD93E240EE9C}"/>
                  </a:ext>
                </a:extLst>
              </p:cNvPr>
              <p:cNvSpPr/>
              <p:nvPr/>
            </p:nvSpPr>
            <p:spPr>
              <a:xfrm>
                <a:off x="3201352" y="4906472"/>
                <a:ext cx="546562" cy="466164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>
                    <a:solidFill>
                      <a:schemeClr val="tx1"/>
                    </a:solidFill>
                  </a:rPr>
                  <a:t>7B</a:t>
                </a:r>
              </a:p>
            </p:txBody>
          </p:sp>
          <p:pic>
            <p:nvPicPr>
              <p:cNvPr id="1080" name="Picture 26">
                <a:extLst>
                  <a:ext uri="{FF2B5EF4-FFF2-40B4-BE49-F238E27FC236}">
                    <a16:creationId xmlns:a16="http://schemas.microsoft.com/office/drawing/2014/main" id="{A4CCC10B-24A8-2D67-9B83-85B4D15C73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0217" y="4816225"/>
                <a:ext cx="639175" cy="6125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81" name="Rectangle: Rounded Corners 1080">
                <a:extLst>
                  <a:ext uri="{FF2B5EF4-FFF2-40B4-BE49-F238E27FC236}">
                    <a16:creationId xmlns:a16="http://schemas.microsoft.com/office/drawing/2014/main" id="{4C62D0B4-5211-FF19-4A8E-70B2336D5669}"/>
                  </a:ext>
                </a:extLst>
              </p:cNvPr>
              <p:cNvSpPr/>
              <p:nvPr/>
            </p:nvSpPr>
            <p:spPr>
              <a:xfrm>
                <a:off x="4159598" y="4920540"/>
                <a:ext cx="1208658" cy="466164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>
                    <a:solidFill>
                      <a:schemeClr val="tx1"/>
                    </a:solidFill>
                  </a:rPr>
                  <a:t>C</a:t>
                </a:r>
                <a:r>
                  <a:rPr lang="en-US" altLang="zh-CN" sz="2200" dirty="0">
                    <a:solidFill>
                      <a:schemeClr val="tx1"/>
                    </a:solidFill>
                  </a:rPr>
                  <a:t>ontext</a:t>
                </a:r>
                <a:endParaRPr lang="en-US" sz="22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82" name="Straight Connector 1081">
                <a:extLst>
                  <a:ext uri="{FF2B5EF4-FFF2-40B4-BE49-F238E27FC236}">
                    <a16:creationId xmlns:a16="http://schemas.microsoft.com/office/drawing/2014/main" id="{5925EB1F-166F-FEA3-BF55-C684158F81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1739" y="5136240"/>
                <a:ext cx="37168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5" name="Straight Connector 1084">
                <a:extLst>
                  <a:ext uri="{FF2B5EF4-FFF2-40B4-BE49-F238E27FC236}">
                    <a16:creationId xmlns:a16="http://schemas.microsoft.com/office/drawing/2014/main" id="{FB92B5E1-FC8C-BD51-2FC9-DADA75F7EF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19237" y="5127461"/>
                <a:ext cx="44308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92" name="Picture 28">
                <a:extLst>
                  <a:ext uri="{FF2B5EF4-FFF2-40B4-BE49-F238E27FC236}">
                    <a16:creationId xmlns:a16="http://schemas.microsoft.com/office/drawing/2014/main" id="{ABE0C878-C474-1D20-4F40-5F42D7E9D6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7051" y="2880737"/>
                <a:ext cx="592569" cy="6207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11" name="Thought Bubble: Cloud 1110">
              <a:extLst>
                <a:ext uri="{FF2B5EF4-FFF2-40B4-BE49-F238E27FC236}">
                  <a16:creationId xmlns:a16="http://schemas.microsoft.com/office/drawing/2014/main" id="{000705D4-0D8D-5256-A846-F9849F87D079}"/>
                </a:ext>
              </a:extLst>
            </p:cNvPr>
            <p:cNvSpPr/>
            <p:nvPr/>
          </p:nvSpPr>
          <p:spPr>
            <a:xfrm>
              <a:off x="8604669" y="1734622"/>
              <a:ext cx="3202493" cy="1603802"/>
            </a:xfrm>
            <a:prstGeom prst="cloudCallout">
              <a:avLst>
                <a:gd name="adj1" fmla="val -64497"/>
                <a:gd name="adj2" fmla="val 49896"/>
              </a:avLst>
            </a:prstGeom>
            <a:solidFill>
              <a:schemeClr val="bg1"/>
            </a:solidFill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2" name="TextBox 1111">
              <a:extLst>
                <a:ext uri="{FF2B5EF4-FFF2-40B4-BE49-F238E27FC236}">
                  <a16:creationId xmlns:a16="http://schemas.microsoft.com/office/drawing/2014/main" id="{CD290961-011F-BFE4-EBED-347B2F65CC25}"/>
                </a:ext>
              </a:extLst>
            </p:cNvPr>
            <p:cNvSpPr txBox="1"/>
            <p:nvPr/>
          </p:nvSpPr>
          <p:spPr>
            <a:xfrm>
              <a:off x="8955129" y="1966540"/>
              <a:ext cx="255858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  GPU memory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  Precision level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  Rental cost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  Processing delay</a:t>
              </a:r>
            </a:p>
          </p:txBody>
        </p:sp>
        <p:grpSp>
          <p:nvGrpSpPr>
            <p:cNvPr id="1137" name="Group 1136">
              <a:extLst>
                <a:ext uri="{FF2B5EF4-FFF2-40B4-BE49-F238E27FC236}">
                  <a16:creationId xmlns:a16="http://schemas.microsoft.com/office/drawing/2014/main" id="{9CD42EE5-4E54-EBCD-5450-54203F62942E}"/>
                </a:ext>
              </a:extLst>
            </p:cNvPr>
            <p:cNvGrpSpPr/>
            <p:nvPr/>
          </p:nvGrpSpPr>
          <p:grpSpPr>
            <a:xfrm>
              <a:off x="2780798" y="1817567"/>
              <a:ext cx="5179813" cy="1825207"/>
              <a:chOff x="2780798" y="1817567"/>
              <a:chExt cx="5179813" cy="1825207"/>
            </a:xfrm>
          </p:grpSpPr>
          <p:cxnSp>
            <p:nvCxnSpPr>
              <p:cNvPr id="1115" name="Straight Arrow Connector 1114">
                <a:extLst>
                  <a:ext uri="{FF2B5EF4-FFF2-40B4-BE49-F238E27FC236}">
                    <a16:creationId xmlns:a16="http://schemas.microsoft.com/office/drawing/2014/main" id="{C788D4D5-6CEE-AE9E-704C-93FA111A8058}"/>
                  </a:ext>
                </a:extLst>
              </p:cNvPr>
              <p:cNvCxnSpPr>
                <a:cxnSpLocks/>
                <a:stCxn id="18" idx="2"/>
              </p:cNvCxnSpPr>
              <p:nvPr/>
            </p:nvCxnSpPr>
            <p:spPr>
              <a:xfrm>
                <a:off x="2788830" y="1817568"/>
                <a:ext cx="0" cy="1010287"/>
              </a:xfrm>
              <a:prstGeom prst="straightConnector1">
                <a:avLst/>
              </a:prstGeom>
              <a:ln w="28575">
                <a:solidFill>
                  <a:schemeClr val="accent4">
                    <a:lumMod val="40000"/>
                    <a:lumOff val="6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1" name="Straight Arrow Connector 1120">
                <a:extLst>
                  <a:ext uri="{FF2B5EF4-FFF2-40B4-BE49-F238E27FC236}">
                    <a16:creationId xmlns:a16="http://schemas.microsoft.com/office/drawing/2014/main" id="{F89C5DA4-4693-E5E3-5F73-6DCDBED70E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88830" y="2824966"/>
                <a:ext cx="5171781" cy="2889"/>
              </a:xfrm>
              <a:prstGeom prst="straightConnector1">
                <a:avLst/>
              </a:prstGeom>
              <a:ln w="28575">
                <a:solidFill>
                  <a:schemeClr val="accent4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4" name="Straight Arrow Connector 1123">
                <a:extLst>
                  <a:ext uri="{FF2B5EF4-FFF2-40B4-BE49-F238E27FC236}">
                    <a16:creationId xmlns:a16="http://schemas.microsoft.com/office/drawing/2014/main" id="{F4DCC4F6-83C0-FB74-E0CC-FD90D34CE0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8228" y="1817567"/>
                <a:ext cx="0" cy="1010287"/>
              </a:xfrm>
              <a:prstGeom prst="straightConnector1">
                <a:avLst/>
              </a:prstGeom>
              <a:ln w="28575">
                <a:solidFill>
                  <a:schemeClr val="accent4">
                    <a:lumMod val="40000"/>
                    <a:lumOff val="6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5" name="Straight Arrow Connector 1124">
                <a:extLst>
                  <a:ext uri="{FF2B5EF4-FFF2-40B4-BE49-F238E27FC236}">
                    <a16:creationId xmlns:a16="http://schemas.microsoft.com/office/drawing/2014/main" id="{EE762110-0FFB-DBDD-6106-86002C8986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889" y="1827895"/>
                <a:ext cx="0" cy="1010287"/>
              </a:xfrm>
              <a:prstGeom prst="straightConnector1">
                <a:avLst/>
              </a:prstGeom>
              <a:ln w="28575">
                <a:solidFill>
                  <a:schemeClr val="accent4">
                    <a:lumMod val="40000"/>
                    <a:lumOff val="6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6" name="Straight Arrow Connector 1125">
                <a:extLst>
                  <a:ext uri="{FF2B5EF4-FFF2-40B4-BE49-F238E27FC236}">
                    <a16:creationId xmlns:a16="http://schemas.microsoft.com/office/drawing/2014/main" id="{2208809C-419F-B6D9-594F-3D91E160A0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0611" y="1827895"/>
                <a:ext cx="0" cy="1010287"/>
              </a:xfrm>
              <a:prstGeom prst="straightConnector1">
                <a:avLst/>
              </a:prstGeom>
              <a:ln w="28575">
                <a:solidFill>
                  <a:schemeClr val="accent4">
                    <a:lumMod val="40000"/>
                    <a:lumOff val="6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1" name="Straight Arrow Connector 1130">
                <a:extLst>
                  <a:ext uri="{FF2B5EF4-FFF2-40B4-BE49-F238E27FC236}">
                    <a16:creationId xmlns:a16="http://schemas.microsoft.com/office/drawing/2014/main" id="{63541C0C-531F-8EFC-DE9C-90FA534F9696}"/>
                  </a:ext>
                </a:extLst>
              </p:cNvPr>
              <p:cNvCxnSpPr/>
              <p:nvPr/>
            </p:nvCxnSpPr>
            <p:spPr>
              <a:xfrm>
                <a:off x="5443850" y="2838182"/>
                <a:ext cx="0" cy="434566"/>
              </a:xfrm>
              <a:prstGeom prst="straightConnector1">
                <a:avLst/>
              </a:prstGeom>
              <a:ln w="28575">
                <a:solidFill>
                  <a:schemeClr val="accent4">
                    <a:lumMod val="40000"/>
                    <a:lumOff val="6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2" name="Straight Arrow Connector 1131">
                <a:extLst>
                  <a:ext uri="{FF2B5EF4-FFF2-40B4-BE49-F238E27FC236}">
                    <a16:creationId xmlns:a16="http://schemas.microsoft.com/office/drawing/2014/main" id="{B500DD52-AACF-EECD-2AA4-FD265A19E7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88830" y="3272860"/>
                <a:ext cx="5171781" cy="2889"/>
              </a:xfrm>
              <a:prstGeom prst="straightConnector1">
                <a:avLst/>
              </a:prstGeom>
              <a:ln w="28575">
                <a:solidFill>
                  <a:schemeClr val="accent4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3" name="Straight Arrow Connector 1132">
                <a:extLst>
                  <a:ext uri="{FF2B5EF4-FFF2-40B4-BE49-F238E27FC236}">
                    <a16:creationId xmlns:a16="http://schemas.microsoft.com/office/drawing/2014/main" id="{3D0335F4-58AA-978C-ED31-E6A490ECC6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0798" y="3272748"/>
                <a:ext cx="0" cy="370026"/>
              </a:xfrm>
              <a:prstGeom prst="straightConnector1">
                <a:avLst/>
              </a:prstGeom>
              <a:ln w="28575">
                <a:solidFill>
                  <a:schemeClr val="accent4">
                    <a:lumMod val="40000"/>
                    <a:lumOff val="6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6" name="Straight Arrow Connector 1135">
                <a:extLst>
                  <a:ext uri="{FF2B5EF4-FFF2-40B4-BE49-F238E27FC236}">
                    <a16:creationId xmlns:a16="http://schemas.microsoft.com/office/drawing/2014/main" id="{D22D150A-9EED-BEFF-BAF3-7695074BBC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0611" y="3272748"/>
                <a:ext cx="0" cy="370026"/>
              </a:xfrm>
              <a:prstGeom prst="straightConnector1">
                <a:avLst/>
              </a:prstGeom>
              <a:ln w="28575">
                <a:solidFill>
                  <a:schemeClr val="accent4">
                    <a:lumMod val="40000"/>
                    <a:lumOff val="6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9678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98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47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Jiaming Cheng</dc:creator>
  <cp:lastModifiedBy>Jiaming Cheng</cp:lastModifiedBy>
  <cp:revision>2</cp:revision>
  <dcterms:created xsi:type="dcterms:W3CDTF">2025-10-17T21:19:29Z</dcterms:created>
  <dcterms:modified xsi:type="dcterms:W3CDTF">2025-10-17T22:24:51Z</dcterms:modified>
</cp:coreProperties>
</file>